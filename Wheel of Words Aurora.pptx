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nton" panose="020F0502020204030204" pitchFamily="2" charset="0"/>
      <p:regular r:id="rId9"/>
    </p:embeddedFont>
    <p:embeddedFont>
      <p:font typeface="DM Sans" panose="020F0502020204030204" pitchFamily="2" charset="0"/>
      <p:regular r:id="rId10"/>
    </p:embeddedFont>
    <p:embeddedFont>
      <p:font typeface="Impact" panose="020B0806030902050204" pitchFamily="34" charset="0"/>
      <p:regular r:id="rId11"/>
    </p:embeddedFont>
    <p:embeddedFont>
      <p:font typeface="Poppins" panose="020B0502040204020203" pitchFamily="2" charset="0"/>
      <p:regular r:id="rId12"/>
    </p:embeddedFont>
    <p:embeddedFont>
      <p:font typeface="Poppins Bold" panose="020B0604020202020204" charset="0"/>
      <p:regular r:id="rId13"/>
    </p:embeddedFont>
    <p:embeddedFont>
      <p:font typeface="Poppins Italics" panose="020B0604020202020204" charset="0"/>
      <p:regular r:id="rId14"/>
    </p:embeddedFont>
    <p:embeddedFont>
      <p:font typeface="Poppins Medium" panose="020B0502040204020203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07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6.svg"/><Relationship Id="rId7" Type="http://schemas.openxmlformats.org/officeDocument/2006/relationships/image" Target="../media/image2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9" Type="http://schemas.openxmlformats.org/officeDocument/2006/relationships/image" Target="../media/image2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66517">
            <a:off x="8172982" y="-1473762"/>
            <a:ext cx="12307770" cy="7200900"/>
          </a:xfrm>
          <a:custGeom>
            <a:avLst/>
            <a:gdLst/>
            <a:ahLst/>
            <a:cxnLst/>
            <a:rect l="l" t="t" r="r" b="b"/>
            <a:pathLst>
              <a:path w="12307770" h="720090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 rot="1493551">
            <a:off x="-3091661" y="3509943"/>
            <a:ext cx="15325477" cy="8242765"/>
          </a:xfrm>
          <a:custGeom>
            <a:avLst/>
            <a:gdLst/>
            <a:ahLst/>
            <a:cxnLst/>
            <a:rect l="l" t="t" r="r" b="b"/>
            <a:pathLst>
              <a:path w="15325477" h="8242765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4350042" y="349542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>
            <a:off x="8001000" y="1750310"/>
            <a:ext cx="2121543" cy="2121543"/>
          </a:xfrm>
          <a:custGeom>
            <a:avLst/>
            <a:gdLst/>
            <a:ahLst/>
            <a:cxnLst/>
            <a:rect l="l" t="t" r="r" b="b"/>
            <a:pathLst>
              <a:path w="2121543" h="2121543">
                <a:moveTo>
                  <a:pt x="0" y="0"/>
                </a:moveTo>
                <a:lnTo>
                  <a:pt x="2121543" y="0"/>
                </a:lnTo>
                <a:lnTo>
                  <a:pt x="2121543" y="2121543"/>
                </a:lnTo>
                <a:lnTo>
                  <a:pt x="0" y="21215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TextBox 6"/>
          <p:cNvSpPr txBox="1"/>
          <p:nvPr/>
        </p:nvSpPr>
        <p:spPr>
          <a:xfrm>
            <a:off x="1984372" y="3676731"/>
            <a:ext cx="14319257" cy="284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AURORA GAMES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84950" y="6160443"/>
            <a:ext cx="5318100" cy="600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WHEEL OF WORDS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92224" y="-3732007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1857345" y="1028700"/>
            <a:ext cx="4932403" cy="10808055"/>
          </a:xfrm>
          <a:custGeom>
            <a:avLst/>
            <a:gdLst/>
            <a:ahLst/>
            <a:cxnLst/>
            <a:rect l="l" t="t" r="r" b="b"/>
            <a:pathLst>
              <a:path w="4932403" h="10808055">
                <a:moveTo>
                  <a:pt x="0" y="0"/>
                </a:moveTo>
                <a:lnTo>
                  <a:pt x="4932404" y="0"/>
                </a:lnTo>
                <a:lnTo>
                  <a:pt x="4932404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13917121" y="4900273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9462024" y="1781495"/>
            <a:ext cx="6640906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ABOUT 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08800" y="7902670"/>
            <a:ext cx="5817821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AURORA GAMES</a:t>
            </a:r>
          </a:p>
          <a:p>
            <a:pPr algn="r">
              <a:lnSpc>
                <a:spcPts val="2940"/>
              </a:lnSpc>
            </a:pPr>
            <a:endParaRPr lang="en-US" sz="2100" i="1">
              <a:solidFill>
                <a:srgbClr val="FFFFFF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36467" y="3334885"/>
            <a:ext cx="6722833" cy="393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Ние сме екип от  ученици, които обичат технологиите и игрите. Създадохме проекта „Wheel of Words“ с цел да съчетаем забавлението с ученето. Нашата идея беше да направим игра, която помага на хората да развиват своя речников запас, логическо мислене и концентрация по един интерактивен и интересен начин.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92224" y="-3732007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14373883" y="5552449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3223077" y="2615007"/>
            <a:ext cx="3028949" cy="3028949"/>
          </a:xfrm>
          <a:custGeom>
            <a:avLst/>
            <a:gdLst/>
            <a:ahLst/>
            <a:cxnLst/>
            <a:rect l="l" t="t" r="r" b="b"/>
            <a:pathLst>
              <a:path w="3028949" h="3028949">
                <a:moveTo>
                  <a:pt x="0" y="0"/>
                </a:moveTo>
                <a:lnTo>
                  <a:pt x="3028949" y="0"/>
                </a:lnTo>
                <a:lnTo>
                  <a:pt x="3028949" y="3028949"/>
                </a:lnTo>
                <a:lnTo>
                  <a:pt x="0" y="3028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>
            <a:off x="7850199" y="3337775"/>
            <a:ext cx="1970030" cy="2214674"/>
          </a:xfrm>
          <a:custGeom>
            <a:avLst/>
            <a:gdLst/>
            <a:ahLst/>
            <a:cxnLst/>
            <a:rect l="l" t="t" r="r" b="b"/>
            <a:pathLst>
              <a:path w="1970030" h="2214674">
                <a:moveTo>
                  <a:pt x="0" y="0"/>
                </a:moveTo>
                <a:lnTo>
                  <a:pt x="1970030" y="0"/>
                </a:lnTo>
                <a:lnTo>
                  <a:pt x="1970030" y="2214674"/>
                </a:lnTo>
                <a:lnTo>
                  <a:pt x="0" y="2214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11584016" y="3337775"/>
            <a:ext cx="2388576" cy="2388576"/>
          </a:xfrm>
          <a:custGeom>
            <a:avLst/>
            <a:gdLst/>
            <a:ahLst/>
            <a:cxnLst/>
            <a:rect l="l" t="t" r="r" b="b"/>
            <a:pathLst>
              <a:path w="2388576" h="2388576">
                <a:moveTo>
                  <a:pt x="0" y="0"/>
                </a:moveTo>
                <a:lnTo>
                  <a:pt x="2388576" y="0"/>
                </a:lnTo>
                <a:lnTo>
                  <a:pt x="2388576" y="2388575"/>
                </a:lnTo>
                <a:lnTo>
                  <a:pt x="0" y="2388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>
            <a:off x="7455436" y="6592127"/>
            <a:ext cx="2364793" cy="2364793"/>
          </a:xfrm>
          <a:custGeom>
            <a:avLst/>
            <a:gdLst/>
            <a:ahLst/>
            <a:cxnLst/>
            <a:rect l="l" t="t" r="r" b="b"/>
            <a:pathLst>
              <a:path w="2364793" h="2364793">
                <a:moveTo>
                  <a:pt x="0" y="0"/>
                </a:moveTo>
                <a:lnTo>
                  <a:pt x="2364793" y="0"/>
                </a:lnTo>
                <a:lnTo>
                  <a:pt x="2364793" y="2364793"/>
                </a:lnTo>
                <a:lnTo>
                  <a:pt x="0" y="23647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8"/>
          <p:cNvSpPr/>
          <p:nvPr/>
        </p:nvSpPr>
        <p:spPr>
          <a:xfrm>
            <a:off x="3495820" y="6061284"/>
            <a:ext cx="2689483" cy="2689483"/>
          </a:xfrm>
          <a:custGeom>
            <a:avLst/>
            <a:gdLst/>
            <a:ahLst/>
            <a:cxnLst/>
            <a:rect l="l" t="t" r="r" b="b"/>
            <a:pathLst>
              <a:path w="2689483" h="2689483">
                <a:moveTo>
                  <a:pt x="0" y="0"/>
                </a:moveTo>
                <a:lnTo>
                  <a:pt x="2689484" y="0"/>
                </a:lnTo>
                <a:lnTo>
                  <a:pt x="2689484" y="2689484"/>
                </a:lnTo>
                <a:lnTo>
                  <a:pt x="0" y="26894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9"/>
          <p:cNvSpPr/>
          <p:nvPr/>
        </p:nvSpPr>
        <p:spPr>
          <a:xfrm>
            <a:off x="11087054" y="6483946"/>
            <a:ext cx="3026324" cy="2266822"/>
          </a:xfrm>
          <a:custGeom>
            <a:avLst/>
            <a:gdLst/>
            <a:ahLst/>
            <a:cxnLst/>
            <a:rect l="l" t="t" r="r" b="b"/>
            <a:pathLst>
              <a:path w="3026324" h="2266822">
                <a:moveTo>
                  <a:pt x="0" y="0"/>
                </a:moveTo>
                <a:lnTo>
                  <a:pt x="3026324" y="0"/>
                </a:lnTo>
                <a:lnTo>
                  <a:pt x="3026324" y="2266822"/>
                </a:lnTo>
                <a:lnTo>
                  <a:pt x="0" y="22668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TextBox 10"/>
          <p:cNvSpPr txBox="1"/>
          <p:nvPr/>
        </p:nvSpPr>
        <p:spPr>
          <a:xfrm>
            <a:off x="1028700" y="336584"/>
            <a:ext cx="12155491" cy="300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ИЗПОЛЗВАНИ ТЕХНОЛОГИИ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3588" y="5806884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9785893" y="1028700"/>
            <a:ext cx="7060793" cy="6649983"/>
          </a:xfrm>
          <a:custGeom>
            <a:avLst/>
            <a:gdLst/>
            <a:ahLst/>
            <a:cxnLst/>
            <a:rect l="l" t="t" r="r" b="b"/>
            <a:pathLst>
              <a:path w="7060793" h="6649983">
                <a:moveTo>
                  <a:pt x="0" y="0"/>
                </a:moveTo>
                <a:lnTo>
                  <a:pt x="7060793" y="0"/>
                </a:lnTo>
                <a:lnTo>
                  <a:pt x="7060793" y="6649983"/>
                </a:lnTo>
                <a:lnTo>
                  <a:pt x="0" y="6649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-4664621" y="-753127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1840626" y="3977108"/>
            <a:ext cx="6640906" cy="3201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Нашия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проект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представлява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играта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Wheel of Words -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популярна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словесна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мобилна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игра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вдъхновена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от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кръстословици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анаграми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Целта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играта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е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да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свързваш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букви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правилен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ред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за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да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образуваш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думи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като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използваш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дадените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букви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58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кръг</a:t>
            </a: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40626" y="2336488"/>
            <a:ext cx="8053052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ПРОЕКТА НИ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40626" y="7875040"/>
            <a:ext cx="5817821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AURORA GAMES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7796" y="-3767991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37651" y="4061777"/>
            <a:ext cx="2981296" cy="2981296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5397746" y="4061777"/>
            <a:ext cx="2981296" cy="2981296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9" name="Freeform 9"/>
          <p:cNvSpPr/>
          <p:nvPr/>
        </p:nvSpPr>
        <p:spPr>
          <a:xfrm>
            <a:off x="14872312" y="811163"/>
            <a:ext cx="2948680" cy="2959442"/>
          </a:xfrm>
          <a:custGeom>
            <a:avLst/>
            <a:gdLst/>
            <a:ahLst/>
            <a:cxnLst/>
            <a:rect l="l" t="t" r="r" b="b"/>
            <a:pathLst>
              <a:path w="2948680" h="2959442">
                <a:moveTo>
                  <a:pt x="0" y="0"/>
                </a:moveTo>
                <a:lnTo>
                  <a:pt x="2948681" y="0"/>
                </a:lnTo>
                <a:lnTo>
                  <a:pt x="2948681" y="2959442"/>
                </a:lnTo>
                <a:lnTo>
                  <a:pt x="0" y="2959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734150" y="4061777"/>
            <a:ext cx="2981296" cy="2981296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3" name="Freeform 13"/>
          <p:cNvSpPr/>
          <p:nvPr/>
        </p:nvSpPr>
        <p:spPr>
          <a:xfrm>
            <a:off x="-886508" y="-938824"/>
            <a:ext cx="4099837" cy="4114800"/>
          </a:xfrm>
          <a:custGeom>
            <a:avLst/>
            <a:gdLst/>
            <a:ahLst/>
            <a:cxnLst/>
            <a:rect l="l" t="t" r="r" b="b"/>
            <a:pathLst>
              <a:path w="4099837" h="4114800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4" name="Freeform 14"/>
          <p:cNvSpPr/>
          <p:nvPr/>
        </p:nvSpPr>
        <p:spPr>
          <a:xfrm>
            <a:off x="4936200" y="9083515"/>
            <a:ext cx="2378335" cy="2387015"/>
          </a:xfrm>
          <a:custGeom>
            <a:avLst/>
            <a:gdLst/>
            <a:ahLst/>
            <a:cxnLst/>
            <a:rect l="l" t="t" r="r" b="b"/>
            <a:pathLst>
              <a:path w="2378335" h="2387015">
                <a:moveTo>
                  <a:pt x="0" y="0"/>
                </a:moveTo>
                <a:lnTo>
                  <a:pt x="2378334" y="0"/>
                </a:lnTo>
                <a:lnTo>
                  <a:pt x="2378334" y="2387015"/>
                </a:lnTo>
                <a:lnTo>
                  <a:pt x="0" y="23870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5" name="Freeform 15"/>
          <p:cNvSpPr/>
          <p:nvPr/>
        </p:nvSpPr>
        <p:spPr>
          <a:xfrm>
            <a:off x="14373883" y="5552449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067996" y="4061801"/>
            <a:ext cx="2981296" cy="2981296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378247" y="7337364"/>
            <a:ext cx="3800771" cy="457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Тимофей Солодилов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72425" y="7737367"/>
            <a:ext cx="2453646" cy="32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Backend developer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23547" y="1955960"/>
            <a:ext cx="6640906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TEAM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7317" y="7398245"/>
            <a:ext cx="3594618" cy="457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Даниил Зарубин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7803" y="7798248"/>
            <a:ext cx="2453646" cy="32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Frontend Developer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091085" y="7337364"/>
            <a:ext cx="3594618" cy="457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Тимур Сюняев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1571" y="7737417"/>
            <a:ext cx="2453646" cy="32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Scrum trainer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04075" y="7271697"/>
            <a:ext cx="3594618" cy="457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Никита Якубский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454627" y="7671750"/>
            <a:ext cx="2453646" cy="32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Backend Developer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04618" y="5473935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2615051" y="4818321"/>
            <a:ext cx="2598564" cy="109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Q1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39821" y="5999864"/>
            <a:ext cx="3475720" cy="1993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1" lvl="1" indent="-151130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Генериране на идея за създаване на словесна игра.</a:t>
            </a:r>
          </a:p>
          <a:p>
            <a:pPr marL="302261" lvl="1" indent="-151130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Проучване на подобни игри (кръстословици, анаграми, word puzzles).</a:t>
            </a:r>
          </a:p>
          <a:p>
            <a:pPr marL="302261" lvl="1" indent="-151130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Формулиране на основната цел: развиване на речника и логическото мислене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12179" y="4818321"/>
            <a:ext cx="2598564" cy="109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Q2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2857" y="5999864"/>
            <a:ext cx="2677210" cy="174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4" lvl="1" indent="-151132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Създаване на концепция за играта „Wheel of Words“.</a:t>
            </a:r>
          </a:p>
          <a:p>
            <a:pPr marL="302264" lvl="1" indent="-151132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Изготвяне на структура на нивата.</a:t>
            </a:r>
          </a:p>
          <a:p>
            <a:pPr marL="302264" lvl="1" indent="-151132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Дизайн на основния интерфейс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43318" y="5922077"/>
            <a:ext cx="2103496" cy="1250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1" lvl="1" indent="-151130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Реализиране на логиката на играта</a:t>
            </a:r>
          </a:p>
          <a:p>
            <a:pPr marL="302261" lvl="1" indent="-151130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Финализация на проекта</a:t>
            </a:r>
          </a:p>
          <a:p>
            <a:pPr marL="302261" lvl="1" indent="-151130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Представяне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95784" y="4818321"/>
            <a:ext cx="2598564" cy="109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Q3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13615" y="2360009"/>
            <a:ext cx="8331742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BRAINSTORMING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97767" y="4745608"/>
            <a:ext cx="3825830" cy="382583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198546" y="4658132"/>
            <a:ext cx="3825830" cy="382583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380922" y="-3460452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17" name="Group 17"/>
          <p:cNvGrpSpPr/>
          <p:nvPr/>
        </p:nvGrpSpPr>
        <p:grpSpPr>
          <a:xfrm>
            <a:off x="12582151" y="4658132"/>
            <a:ext cx="3825830" cy="382583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75015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 rot="2578375">
            <a:off x="8323700" y="-4291982"/>
            <a:ext cx="15959856" cy="8583964"/>
          </a:xfrm>
          <a:custGeom>
            <a:avLst/>
            <a:gdLst/>
            <a:ahLst/>
            <a:cxnLst/>
            <a:rect l="l" t="t" r="r" b="b"/>
            <a:pathLst>
              <a:path w="15959856" h="8583964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TextBox 4"/>
          <p:cNvSpPr txBox="1"/>
          <p:nvPr/>
        </p:nvSpPr>
        <p:spPr>
          <a:xfrm>
            <a:off x="2315961" y="3477938"/>
            <a:ext cx="14319257" cy="336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2"/>
              </a:lnSpc>
            </a:pPr>
            <a:r>
              <a:rPr lang="en-US" sz="969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НЕКА ДА ПРЕМИНЕМ КЪМ ПРОЕКТА</a:t>
            </a:r>
          </a:p>
        </p:txBody>
      </p:sp>
      <p:sp>
        <p:nvSpPr>
          <p:cNvPr id="5" name="Freeform 5"/>
          <p:cNvSpPr/>
          <p:nvPr/>
        </p:nvSpPr>
        <p:spPr>
          <a:xfrm rot="1366517">
            <a:off x="-1768901" y="4979430"/>
            <a:ext cx="12307770" cy="7200900"/>
          </a:xfrm>
          <a:custGeom>
            <a:avLst/>
            <a:gdLst/>
            <a:ahLst/>
            <a:cxnLst/>
            <a:rect l="l" t="t" r="r" b="b"/>
            <a:pathLst>
              <a:path w="12307770" h="720090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198</Words>
  <Application>Microsoft Office PowerPoint</Application>
  <PresentationFormat>Custom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Poppins Medium</vt:lpstr>
      <vt:lpstr>Impact</vt:lpstr>
      <vt:lpstr>Anton</vt:lpstr>
      <vt:lpstr>Poppins Italics</vt:lpstr>
      <vt:lpstr>Poppins Bold</vt:lpstr>
      <vt:lpstr>Poppins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Tech Company Presentation</dc:title>
  <dc:creator>qe EnotIq</dc:creator>
  <cp:lastModifiedBy>Тимофей Максимович Солодилов</cp:lastModifiedBy>
  <cp:revision>2</cp:revision>
  <dcterms:created xsi:type="dcterms:W3CDTF">2006-08-16T00:00:00Z</dcterms:created>
  <dcterms:modified xsi:type="dcterms:W3CDTF">2025-12-07T15:16:30Z</dcterms:modified>
  <dc:identifier>DAG60-_-jGY</dc:identifier>
</cp:coreProperties>
</file>